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0584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Smart Parking System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Vehicle Detection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Barrier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3232" y="3108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77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IoT102 Project – Group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13232" y="5532120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Members: Nguyễn Sỹ Minh Mẫn, Đỗ Thành Triết, Trần Đăng Khoa, Bùi Đình Long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Instructor: [Insert instructor name]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720840" y="960120"/>
            <a:ext cx="4663440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282092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/ BARRIER IMAGE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03720" y="32049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a clean image of a parking gate, barrier, or smart parking system.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626364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Background / Problem Context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is this system needed?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5394960" cy="3794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Parking control is still mostly manual.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Entry and exit checking can be slow.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 is limited.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Parking records are difficult to manage.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and efficiency can be improved.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55778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Therefore, a smart parking system is needed to automate detection, barrier control, and monitoring.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92240" y="1417320"/>
            <a:ext cx="4983480" cy="379476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309524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CONTEXT IMAGE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347929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Example: crowded parking gate, manual checkpoint, or parking entrance.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 of the Old 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 parking control creates operational and management problems.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Old System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 checking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Delayed response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image verification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 record management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dashboard monitoring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Problems Caused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congestion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Human error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Weak security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 to review incidents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Inefficient management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Main message: the old system lacks automation, storage, and remote monitoring.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Objectives and Key 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can the proposed system do?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297180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Detect vehicle by HC-SR04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image by ESP32-CAM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931920" y="1490472"/>
            <a:ext cx="0" cy="329184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51960" y="2084832"/>
            <a:ext cx="297180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 image to YOLO server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 OPEN/CLOSE decision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498080" y="1490472"/>
            <a:ext cx="0" cy="329184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18120" y="2084832"/>
            <a:ext cx="297180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barrier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logs to SQL Server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 on dashboard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892040"/>
            <a:ext cx="1078992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results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43400" y="4965192"/>
            <a:ext cx="69494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Faster gate operation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Reduced manual workload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Better monitoring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security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Data-driven management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Block Diagram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modules and communication paths.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6720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61004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HARDWARE BLOCK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845052"/>
            <a:ext cx="6355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Include Master Arduino, Slave Arduino, HC-SR04, ESP32-CAM, Servo SG90, LCD1602, LED.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2668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Explanation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26680" y="2057400"/>
            <a:ext cx="3703320" cy="3383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Slave handles sensor and camera.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controls output devices.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I2C is used between Master and Slave.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UART is used between Slave and ESP32-CAM.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Servo opens/closes the barrier.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Hardware, AI server, database, and dashboard integration.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53312"/>
            <a:ext cx="1083564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236976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OVERALL SYSTEM ARCHITECTURE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2102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full architecture diagram showing Device Layer, Server Layer, and Application Layer.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580644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system connects embedded hardware, AI image processing, SQL Server database, and a web dashboard.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Circuit Diagram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wiring and electrical connections.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74523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50672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HARDWARE CIRCUIT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890772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Upload your final circuit image as PNG/JPG.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0" y="1508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connections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0" y="2011680"/>
            <a:ext cx="315468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Arduino controls servo, LED, and LCD.</a:t>
            </a:r>
            <a:endParaRPr lang="en-US" sz="1620" dirty="0"/>
          </a:p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Slave Arduino reads HC-SR04 sensor data.</a:t>
            </a:r>
            <a:endParaRPr lang="en-US" sz="1620" dirty="0"/>
          </a:p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ESP32-CAM captures vehicle images.</a:t>
            </a:r>
            <a:endParaRPr lang="en-US" sz="1620" dirty="0"/>
          </a:p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and Slave communicate using I2C.</a:t>
            </a:r>
            <a:endParaRPr lang="en-US" sz="162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Flowchart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operation from detection to gate control.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786384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50672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SYSTEM FLOWCHART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89077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Flow: Start → Vehicle Detected → Capture Image → YOLO Server → Decision → Barrier Control → Save Log.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86968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 logic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87968" y="2139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0" y="2514600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 barrier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LCD/LED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887968" y="3959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869680" y="4334256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gate closed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 status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Dashboard Interface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 for parking management.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744200" cy="40690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14096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WEB DASHBOARD SCREENSHOT / MOCKUP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525012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Insert the final dashboard image, or a mockup if the implementation is not finished.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5623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Dashboard includes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5614416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vehicles  •  Entries today  •  Exits today  •  Gate status  •  Parking logs  •  Latest captured images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 and Benefits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Expected technical output and practical value.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 Results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Vehicle detection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 capture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processing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Barrier control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logging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Benefits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manual work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Faster gate operation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Better monitoring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security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Easier management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Summary and possible improvements.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512064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Low-cost IoT-based parking solution.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sensors, camera, AI server, and dashboard.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Improves automation and monitoring.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126480" y="1417320"/>
            <a:ext cx="0" cy="425196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75488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License plate recognition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Multiple parking slots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deployment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Mobile app integration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57424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proposed system provides a practical foundation for smart parking automation and future AI-based expansion.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Smart Parking System with Vehicle Detection and Barrier Control</dc:title>
  <dc:subject>Smart Parking System Presentation</dc:subject>
  <dc:creator>OpenAI</dc:creator>
  <cp:lastModifiedBy>OpenAI</cp:lastModifiedBy>
  <cp:revision>1</cp:revision>
  <dcterms:created xsi:type="dcterms:W3CDTF">2026-06-26T06:34:30Z</dcterms:created>
  <dcterms:modified xsi:type="dcterms:W3CDTF">2026-06-26T06:34:30Z</dcterms:modified>
</cp:coreProperties>
</file>