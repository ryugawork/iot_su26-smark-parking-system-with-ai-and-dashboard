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0260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0584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Smart Parking System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Vehicle Detection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Barrier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13232" y="31089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77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IoT102 Project – Group 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13232" y="5532120"/>
            <a:ext cx="5715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Members: Nguyễn Sỹ Minh Mẫn, Đỗ Thành Triết, Trần Đăng Khoa, Bùi Đình Long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Instructor: [Insert instructor name]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720840" y="960120"/>
            <a:ext cx="4663440" cy="416052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0" y="282092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PARKING / BARRIER IMAGE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903720" y="320497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a clean image of a parking gate, barrier, or smart parking system.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13232" y="6263640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Background / Problem Context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Why is this system needed?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08760"/>
            <a:ext cx="5394960" cy="3794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Parking control is still mostly manual.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Entry and exit checking can be slow.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monitoring is limited.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Parking records are difficult to manage.</a:t>
            </a:r>
            <a:endParaRPr lang="en-US" sz="2000" dirty="0"/>
          </a:p>
          <a:p>
            <a:pPr marL="177800" indent="-177800">
              <a:buSzPct val="100000"/>
              <a:buChar char="•"/>
            </a:pPr>
            <a:r>
              <a:rPr lang="en-US" sz="20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and efficiency can be improved.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55778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Therefore, a smart parking system is needed to automate detection, barrier control, and monitoring.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92240" y="1417320"/>
            <a:ext cx="4983480" cy="379476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309524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PARKING CONTEXT IMAGE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75120" y="3479292"/>
            <a:ext cx="4617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Example: crowded parking gate, manual checkpoint, or parking entrance.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Limitations of the Old 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Manual parking control creates operational and management problems.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Old System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Manual checking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Delayed response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image verification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Difficult record management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dashboard monitoring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89320" y="1463040"/>
            <a:ext cx="0" cy="452628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Problems Caused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 congestion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Human error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Weak security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 to review incidents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Inefficient management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Main message: the old system lacks automation, storage, and remote monitoring.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Project Objectives and Key Functions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What can the proposed system do?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Detection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297180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Detect vehicle by HC-SR04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 image by ESP32-CAM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931920" y="1490472"/>
            <a:ext cx="0" cy="329184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Processing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51960" y="2084832"/>
            <a:ext cx="297180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Send image to YOLO server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 OPEN/CLOSE decision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498080" y="1490472"/>
            <a:ext cx="0" cy="329184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18120" y="15087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18120" y="2084832"/>
            <a:ext cx="297180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Control barrier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Save logs to SQL Server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 on dashboard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5800" y="4892040"/>
            <a:ext cx="1078992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results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343400" y="5178437"/>
            <a:ext cx="694944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20000"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Faster gate operation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Reduced manual workload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Better monitoring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Improved security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Data-driven management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Hardware Block Diagram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Physical modules and communication paths.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17320"/>
            <a:ext cx="6720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461004"/>
            <a:ext cx="6446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HARDWARE BLOCK DIAGRAM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845052"/>
            <a:ext cx="6355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Include Master Arduino, Slave Arduino, HC-SR04, ESP32-CAM, Servo SG90, LCD1602, LED.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2668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Explanation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26680" y="2057400"/>
            <a:ext cx="3703320" cy="3383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Slave handles sensor and camera.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Master controls output devices.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I2C is used between Master and Slave.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UART is used between Slave and ESP32-CAM.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Servo opens/closes the barrier.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Overall System Architecture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Hardware, AI server, database, and dashboard integration.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53312"/>
            <a:ext cx="1083564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236976"/>
            <a:ext cx="10561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OVERALL SYSTEM ARCHITECTURE DIAGRAM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621024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the full architecture diagram showing Device Layer, Server Layer, and Application Layer.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85800" y="5806440"/>
            <a:ext cx="10835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system connects embedded hardware, AI image processing, SQL Server database, and a web dashboard.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Hardware Circuit Diagram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Physical wiring and electrical connections.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745236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506724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HARDWARE CIRCUIT DIAGRAM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890772"/>
            <a:ext cx="7086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Upload your final circuit image as PNG/JPG.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0" y="1508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connections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0" y="2011680"/>
            <a:ext cx="3154680" cy="3291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2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Master Arduino controls servo, LED, and LCD.</a:t>
            </a:r>
            <a:endParaRPr lang="en-US" sz="1620" dirty="0"/>
          </a:p>
          <a:p>
            <a:pPr marL="177800" indent="-177800">
              <a:buSzPct val="100000"/>
              <a:buChar char="•"/>
            </a:pPr>
            <a:r>
              <a:rPr lang="en-US" sz="162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Slave Arduino reads HC-SR04 sensor data.</a:t>
            </a:r>
            <a:endParaRPr lang="en-US" sz="1620" dirty="0"/>
          </a:p>
          <a:p>
            <a:pPr marL="177800" indent="-177800">
              <a:buSzPct val="100000"/>
              <a:buChar char="•"/>
            </a:pPr>
            <a:r>
              <a:rPr lang="en-US" sz="162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ESP32-CAM captures vehicle images.</a:t>
            </a:r>
            <a:endParaRPr lang="en-US" sz="1620" dirty="0"/>
          </a:p>
          <a:p>
            <a:pPr marL="177800" indent="-177800">
              <a:buSzPct val="100000"/>
              <a:buChar char="•"/>
            </a:pPr>
            <a:r>
              <a:rPr lang="en-US" sz="162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Master and Slave communicate using I2C.</a:t>
            </a:r>
            <a:endParaRPr lang="en-US" sz="162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Flowchart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Step-by-step operation from detection to gate control.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25880"/>
            <a:ext cx="7863840" cy="4800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50672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SYSTEM FLOWCHART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89077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Flow: Start → Vehicle Detected → Capture Image → YOLO Server → Decision → Barrier Control → Save Log.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869680" y="1536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Decision logic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887968" y="21396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0" y="2514600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 barrier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Update LCD/LED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Save log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887968" y="3959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6282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CLOSE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869680" y="4334256"/>
            <a:ext cx="26517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gate closed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Show status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Save log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 Dashboard Interface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monitoring for parking management.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10744200" cy="406908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1F77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140964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INSERT WEB DASHBOARD SCREENSHOT / MOCKUP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525012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Insert the final dashboard image, or a mockup if the implementation is not finished.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5623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Dashboard includes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5614416"/>
            <a:ext cx="7909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vehicles  •  Entries today  •  Exits today  •  Gate status  •  Parking logs  •  Latest captured images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Results and Benefits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Expected technical output and practical value.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Technical Results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Vehicle detection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 capture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processing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Barrier control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Database logging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989320" y="1463040"/>
            <a:ext cx="0" cy="452628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417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Practical Benefits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1920240"/>
            <a:ext cx="489204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 manual work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Faster gate operation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Better monitoring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Improved security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Easier management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Summary and possible improvements.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078992"/>
            <a:ext cx="11155680" cy="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77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Conclusion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512064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Low-cost IoT-based parking solution.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sensors, camera, AI server, and dashboard.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Improves automation and monitoring.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126480" y="1417320"/>
            <a:ext cx="0" cy="4251960"/>
          </a:xfrm>
          <a:prstGeom prst="line">
            <a:avLst/>
          </a:prstGeom>
          <a:noFill/>
          <a:ln w="12700">
            <a:solidFill>
              <a:srgbClr val="B9C2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754880" cy="2194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License plate recognition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Multiple parking slots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deployment</a:t>
            </a:r>
            <a:endParaRPr lang="en-US" sz="1900" dirty="0"/>
          </a:p>
          <a:p>
            <a:pPr marL="177800" indent="-177800">
              <a:buSzPct val="100000"/>
              <a:buChar char="•"/>
            </a:pPr>
            <a:r>
              <a:rPr lang="en-US" sz="190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Mobile app integration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77240" y="57424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0B1F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proposed system provides a practical foundation for smart parking automation and future AI-based expansion.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6547104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B849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Parking System  |  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693</Words>
  <Application>Microsoft Office PowerPoint</Application>
  <PresentationFormat>Widescreen</PresentationFormat>
  <Paragraphs>142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Montserrat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Smart Parking System with Vehicle Detection and Barrier Control</dc:title>
  <dc:subject>Smart Parking System Presentation</dc:subject>
  <dc:creator>OpenAI</dc:creator>
  <cp:lastModifiedBy>Ryuga Shirakami</cp:lastModifiedBy>
  <cp:revision>2</cp:revision>
  <dcterms:created xsi:type="dcterms:W3CDTF">2026-06-26T06:34:30Z</dcterms:created>
  <dcterms:modified xsi:type="dcterms:W3CDTF">2026-07-12T12:45:02Z</dcterms:modified>
</cp:coreProperties>
</file>